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448050" y="225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head titile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汉仪书宋二KW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rathlavenkatesh</dc:creator>
  <cp:lastModifiedBy>rathlavenkatesh</cp:lastModifiedBy>
  <cp:revision>2</cp:revision>
  <dcterms:created xsi:type="dcterms:W3CDTF">2025-03-26T14:11:53Z</dcterms:created>
  <dcterms:modified xsi:type="dcterms:W3CDTF">2025-03-26T14:11:53Z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5BE862AE9DA0972603FDE3678B42606F_41</vt:lpwstr>
  </property>
  <property fmtid="{D5CDD505-2E9C-101B-9397-08002B2CF9AE}" pid="3" name="KSOProductBuildVer">
    <vt:lpwstr>1033-6.11.0.8608</vt:lpwstr>
  </property>
</Properties>
</file>